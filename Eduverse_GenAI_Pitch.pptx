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6C63FF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EDUVERSE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The Next-Gen Multimodal AI Tutor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108960"/>
            <a:ext cx="137160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C"/>
                </a:solidFill>
                <a:latin typeface="Calibri"/>
              </a:defRPr>
            </a:pPr>
            <a:r>
              <a:t>Transforming passive educational content into interactive, intelligent knowledge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GenAI Hackathon  •  Education Track  •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899"/>
                </a:solidFill>
                <a:latin typeface="Calibri"/>
              </a:defRPr>
            </a:pPr>
            <a:r>
              <a:t>Tech Stack: LangGraph  |  Llama-3 (Groq)  |  Supabase pgvector  | 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B8C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"Educational content is rich — but opaque."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383280" cy="32004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📚  Information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34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Students spend hours scrubbing through lecture recordings to find a single 2-minute concept. 72% of students report video-search as their #1 study frustration.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60320"/>
            <a:ext cx="3383280" cy="32004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🔇  Modality Blindness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834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Traditional search only indexes text. It completely misses spoken explanations in video, diagrams in slides, and handwriting on whiteboards.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560320"/>
            <a:ext cx="3383280" cy="32004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💰  Unscalable Tutoring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80"/>
            <a:ext cx="2834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1:1 tutoring costs ₹500-2000/hr. Large university classes (300+ students) get zero personalized support. AI chatbots hallucinate without course context.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0B8CC"/>
                </a:solidFill>
                <a:latin typeface="Calibri"/>
              </a:defRPr>
            </a:pPr>
            <a:r>
              <a:t>WHO IT IMPACTS:  Millions of university students, MOOC learners, and corporate trainees worldwide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B8CC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Now? The AI Tutor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• Most 'AI tutors' are generic ChatGPT wrappers</a:t>
            </a:r>
          </a:p>
          <a:p>
            <a:pPr>
              <a:spcAft>
                <a:spcPts val="8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• They hallucinate because they don't know YOUR course material</a:t>
            </a:r>
          </a:p>
          <a:p>
            <a:pPr>
              <a:spcAft>
                <a:spcPts val="8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• No system connects video + audio + text into one AI brain</a:t>
            </a:r>
          </a:p>
          <a:p>
            <a:pPr>
              <a:spcAft>
                <a:spcPts val="8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• Students need a 'Course-Aware' AI — not a general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• Multimodal RAG can now understand video + text together</a:t>
            </a:r>
          </a:p>
          <a:p>
            <a:pPr>
              <a:spcAft>
                <a:spcPts val="8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• Groq LPUs enable real-time (&lt;500ms) LLM responses</a:t>
            </a:r>
          </a:p>
          <a:p>
            <a:pPr>
              <a:spcAft>
                <a:spcPts val="8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• LangGraph enables agentic, multi-step reasoning</a:t>
            </a:r>
          </a:p>
          <a:p>
            <a:pPr>
              <a:spcAft>
                <a:spcPts val="8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• Build an AI that 'watches lectures' alongside 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💡 Key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2356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Eduverse doesn't replace teachers — it makes every lecture permanently accessible, searchable, and interactive through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B8CC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Real-World 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38328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🎓 Universities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Automated Teaching Assistants for 300+ student classes. Students ask: 'Explain gradient descent from Lecture 5 at 15:30'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68880"/>
            <a:ext cx="338328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📱 Self-Learners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63240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Exam prep from any uploaded material. 'Generate a quiz from Chapter 4 PDF and Week 3 video lecture'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68880"/>
            <a:ext cx="338328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🏢 Corporate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63240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Onboarding from internal video libraries. New hires get instant, contextual answers from hours of training videos.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0B8CC"/>
                </a:solidFill>
                <a:latin typeface="Calibri"/>
              </a:defRPr>
            </a:pPr>
            <a:r>
              <a:t>✦  Interactive Q&amp;A — Chat with your lecture videos, PDFs, and slides in natural language</a:t>
            </a:r>
          </a:p>
          <a:p>
            <a:pPr>
              <a:spcAft>
                <a:spcPts val="800"/>
              </a:spcAft>
              <a:defRPr sz="1400">
                <a:solidFill>
                  <a:srgbClr val="B0B8CC"/>
                </a:solidFill>
                <a:latin typeface="Calibri"/>
              </a:defRPr>
            </a:pPr>
            <a:r>
              <a:t>✦  Cross-Modal Synthesis — 'Compare what the professor said vs. what the slides show'</a:t>
            </a:r>
          </a:p>
          <a:p>
            <a:pPr>
              <a:spcAft>
                <a:spcPts val="800"/>
              </a:spcAft>
              <a:defRPr sz="1400">
                <a:solidFill>
                  <a:srgbClr val="B0B8CC"/>
                </a:solidFill>
                <a:latin typeface="Calibri"/>
              </a:defRPr>
            </a:pPr>
            <a:r>
              <a:t>✦  Temporal Understanding — AI knows WHEN concepts appear in videos (timestamp-aware retrieval)</a:t>
            </a:r>
          </a:p>
          <a:p>
            <a:pPr>
              <a:spcAft>
                <a:spcPts val="800"/>
              </a:spcAft>
              <a:defRPr sz="1400">
                <a:solidFill>
                  <a:srgbClr val="B0B8CC"/>
                </a:solidFill>
                <a:latin typeface="Calibri"/>
              </a:defRPr>
            </a:pPr>
            <a:r>
              <a:t>✦  Google Classroom Integration — One-click import of all course materials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B8CC"/>
                </a:solidFill>
                <a:latin typeface="Calibri"/>
              </a:defRPr>
            </a:pPr>
            <a:r>
              <a:t>PROPOSED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Multimodal RAG + Agentic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2011680" cy="182880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C63FF"/>
                </a:solidFill>
                <a:latin typeface="Calibri"/>
              </a:defRPr>
            </a:pPr>
            <a:r>
              <a:t>📥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Google Drive</a:t>
            </a:r>
            <a:br/>
            <a:r>
              <a:t>Sync + Upload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468880"/>
            <a:ext cx="2011680" cy="182880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🔄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PDF Parser</a:t>
            </a:r>
            <a:br/>
            <a:r>
              <a:t>Whisper (Audio)</a:t>
            </a:r>
            <a:br/>
            <a:r>
              <a:t>CV (Frames)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468880"/>
            <a:ext cx="2011680" cy="182880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43"/>
                </a:solidFill>
                <a:latin typeface="Calibri"/>
              </a:defRPr>
            </a:pPr>
            <a:r>
              <a:t>✂️ CHUNK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Semantic Merger</a:t>
            </a:r>
            <a:br/>
            <a:r>
              <a:t>500-char chunks</a:t>
            </a:r>
            <a:br/>
            <a:r>
              <a:t>Metadata tagging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468880"/>
            <a:ext cx="2011680" cy="182880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676"/>
                </a:solidFill>
                <a:latin typeface="Calibri"/>
              </a:defRPr>
            </a:pPr>
            <a:r>
              <a:t>🧠 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BGE-base-en</a:t>
            </a:r>
            <a:br/>
            <a:r>
              <a:t>pgvector Store</a:t>
            </a:r>
            <a:br/>
            <a:r>
              <a:t>Per-user 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468880"/>
            <a:ext cx="2011680" cy="182880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5603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384"/>
                </a:solidFill>
                <a:latin typeface="Calibri"/>
              </a:defRPr>
            </a:pPr>
            <a:r>
              <a:t>💬 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9260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8CC"/>
                </a:solidFill>
                <a:latin typeface="Calibri"/>
              </a:defRPr>
            </a:pPr>
            <a:r>
              <a:t>Hybrid Search</a:t>
            </a:r>
            <a:br/>
            <a:r>
              <a:t>Reranking</a:t>
            </a:r>
            <a:br/>
            <a:r>
              <a:t>Llama-3 (Groq)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0175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63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54880"/>
            <a:ext cx="347472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  🏗️ LangGraph Orchestration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State-machine workflow: download → process → chunk → embed → update. Conditional error routing. Checkpointed recovery.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754880"/>
            <a:ext cx="347472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937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⚡ FastAPI + Async 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492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Non-blocking I/O. Background task processing. SQLAlchemy async sessions. Auto-scaling ready.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754880"/>
            <a:ext cx="347472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937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  🗄️ Supabase (PostgreSQL + pgvector)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34924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Managed cloud DB. Vector similarity search. Row-level security. Zero DevOps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B8CC"/>
                </a:solidFill>
                <a:latin typeface="Calibri"/>
              </a:defRPr>
            </a:pPr>
            <a:r>
              <a:t>DATASETS / 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Bring Your Own Data (BYOD) — Zero Training Required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02920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📂 Supported Input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PDF documents  •  MP4/AVI/MOV videos  •  MP3/WAV audio</a:t>
            </a:r>
            <a:br/>
            <a:r>
              <a:t>JPG/PNG images  •  Google Slides  •  Lecture recordings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029200" cy="137160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63FF"/>
                </a:solidFill>
                <a:latin typeface="Calibri"/>
              </a:defRPr>
            </a:pPr>
            <a:r>
              <a:t>  🔗 Data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Google Classroom API sync (one-click course import)</a:t>
            </a:r>
            <a:br/>
            <a:r>
              <a:t>Direct file upload  •  Google Drive integration</a:t>
            </a:r>
            <a:br/>
            <a:r>
              <a:t>Automatic format detection and routing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02920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  🔒 Privacy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• No model training on user data — pure retrieval (RAG)</a:t>
            </a:r>
            <a:br/>
            <a:r>
              <a:t>• Per-user isolated vector namespaces</a:t>
            </a:r>
            <a:br/>
            <a:r>
              <a:t>• Data stays in user's Supabase project</a:t>
            </a:r>
            <a:br/>
            <a:r>
              <a:t>• Encrypted credentials (Fernet + JWT)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5029200" cy="201168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Calibri"/>
              </a:defRPr>
            </a:pPr>
            <a:r>
              <a:t>  📊 Benchmarking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80060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• MIT OpenCourseWare lectures (public domain)</a:t>
            </a:r>
            <a:br/>
            <a:r>
              <a:t>• Khan Academy video transcripts</a:t>
            </a:r>
            <a:br/>
            <a:r>
              <a:t>• arXiv paper PDFs for academic testing</a:t>
            </a:r>
            <a:br/>
            <a:r>
              <a:t>• Custom test suite: 50 video/PDF pairs with ground-truth Q&amp;A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B8CC"/>
                </a:solidFill>
                <a:latin typeface="Calibri"/>
              </a:defRPr>
            </a:pPr>
            <a:r>
              <a:t>EXPERIMENTS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We Measure Success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347472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Calibri"/>
              </a:defRPr>
            </a:pPr>
            <a:r>
              <a:t>🎯  Retrieval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Recall@5 &gt;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C"/>
                </a:solidFill>
                <a:latin typeface="Calibri"/>
              </a:defRPr>
            </a:pPr>
            <a:r>
              <a:t>Can the system find the correct video segment for a concept query?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377440"/>
            <a:ext cx="2560320" cy="347472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/>
              </a:defRPr>
            </a:pPr>
            <a:r>
              <a:t>⚡  Response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TTFT &lt; 500ms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74903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C"/>
                </a:solidFill>
                <a:latin typeface="Calibri"/>
              </a:defRPr>
            </a:pPr>
            <a:r>
              <a:t>Time-to-first-token using Groq LPUs for real-time conversational feel.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2560320" cy="347472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Calibri"/>
              </a:defRPr>
            </a:pPr>
            <a:r>
              <a:t>🛡️  Hallucination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&lt; 5% factual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4903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C"/>
                </a:solidFill>
                <a:latin typeface="Calibri"/>
              </a:defRPr>
            </a:pPr>
            <a:r>
              <a:t>RAG grounds all answers in source documents. Compared against transcript ground truth.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377440"/>
            <a:ext cx="2560320" cy="347472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514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Calibri"/>
              </a:defRPr>
            </a:pPr>
            <a:r>
              <a:t>⭐  User Satisfaction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SUS Score &gt; 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749039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8CC"/>
                </a:solidFill>
                <a:latin typeface="Calibri"/>
              </a:defRPr>
            </a:pPr>
            <a:r>
              <a:t>System Usability Scale survey with 30+ student testers across 3 universities.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0B8CC"/>
                </a:solidFill>
                <a:latin typeface="Calibri"/>
              </a:defRPr>
            </a:pPr>
            <a:r>
              <a:t>NOVELTY &amp; SCOPE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Makes Eduverse Unique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🔬 NOVELTY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0292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44805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True Multimodality — indexes the relationship between visual slides, spoken audio, and text simultaneously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0292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44805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Agentic Workflows — LangGraph enables multi-step reasoning: 'find clip → summarize → generate quiz'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0292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44805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Temporal Awareness — AI knows WHERE and WHEN concepts appear in hours of video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40679"/>
            <a:ext cx="50292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5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  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6035039"/>
            <a:ext cx="44805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Course-Aware RAG — unlike generic chatbots, answers are always grounded in YOUR specific course 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📈 SCOPE TO SCALE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834640"/>
            <a:ext cx="50292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0175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  Education → 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29000"/>
            <a:ext cx="44805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Analyze case law videos, depositions, and legal briefs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703320"/>
            <a:ext cx="50292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886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  Education → Healthcare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297680"/>
            <a:ext cx="44805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Break down surgical procedure videos and medical training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72000"/>
            <a:ext cx="50292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754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  Single User → 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166360"/>
            <a:ext cx="44805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Supabase serverless infra scales to 10K+ concurrent users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440679"/>
            <a:ext cx="5029200" cy="73152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62355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  English → Multilingual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6035039"/>
            <a:ext cx="4480560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C"/>
                </a:solidFill>
                <a:latin typeface="Calibri"/>
              </a:defRPr>
            </a:pPr>
            <a:r>
              <a:t>Whisper supports 90+ languages for global reach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6C63FF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EDUVERSE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t>Transforming how the world learns — one lecture at 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200400"/>
            <a:ext cx="164592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8CC"/>
                </a:solidFill>
                <a:latin typeface="Calibri"/>
              </a:defRPr>
            </a:pPr>
            <a:r>
              <a:t>Not just a chatbot.</a:t>
            </a:r>
            <a:br/>
            <a:r>
              <a:t>A cognitive engine for educational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Thank You  •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899"/>
                </a:solidFill>
                <a:latin typeface="Calibri"/>
              </a:defRPr>
            </a:pPr>
            <a:r>
              <a:t>Built with LangGraph  |  Llama-3 via Groq  |  Supabase pgvector  |  FastAPI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